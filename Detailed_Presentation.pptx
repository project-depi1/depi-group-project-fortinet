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4: Presentation &amp; Final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report covering VLAN setup, FortiGate integration, trunking, and testing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Week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Consolidate all project findings</a:t>
            </a:r>
          </a:p>
          <a:p>
            <a:r>
              <a:t>• Prepare final written report</a:t>
            </a:r>
          </a:p>
          <a:p>
            <a:r>
              <a:t>• Prepare presentation summarizing configuration steps</a:t>
            </a:r>
          </a:p>
          <a:p>
            <a:r>
              <a:t>• Include VLAN setup, FortiGate integration, testing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VLAN Setup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DMZ Zone:</a:t>
            </a:r>
          </a:p>
          <a:p>
            <a:r>
              <a:t>   - VLAN 100 (Linux1)</a:t>
            </a:r>
          </a:p>
          <a:p>
            <a:r>
              <a:t>   - VLAN 200 (Linux2)</a:t>
            </a:r>
          </a:p>
          <a:p>
            <a:r>
              <a:t>• TRUST Zone:</a:t>
            </a:r>
          </a:p>
          <a:p>
            <a:r>
              <a:t>   - VLAN 10 (Win1)</a:t>
            </a:r>
          </a:p>
          <a:p>
            <a:r>
              <a:t>   - VLAN 20 (Win2)</a:t>
            </a:r>
          </a:p>
          <a:p>
            <a:r>
              <a:t>• Access &amp; trunk ports configured on both switches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FortiGate Integration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Created sub‑interfaces:</a:t>
            </a:r>
          </a:p>
          <a:p>
            <a:r>
              <a:t>   - port2.100 → 192.168.100.1</a:t>
            </a:r>
          </a:p>
          <a:p>
            <a:r>
              <a:t>   - port2.200 → 192.168.200.1</a:t>
            </a:r>
          </a:p>
          <a:p>
            <a:r>
              <a:t>   - port3.10 → 172.16.10.1</a:t>
            </a:r>
          </a:p>
          <a:p>
            <a:r>
              <a:t>   - port3.20 → 172.16.20.1</a:t>
            </a:r>
          </a:p>
          <a:p>
            <a:r>
              <a:t>• Configured gateways</a:t>
            </a:r>
          </a:p>
          <a:p>
            <a:r>
              <a:t>• Added firewall policies between all VLANs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Policies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VLAN 10 ↔ VLAN 20</a:t>
            </a:r>
          </a:p>
          <a:p>
            <a:r>
              <a:t>• VLAN 10/20 ↔ VLAN 100/200</a:t>
            </a:r>
          </a:p>
          <a:p>
            <a:r>
              <a:t>• VLAN 100 ↔ VLAN 200 blocked by design</a:t>
            </a:r>
          </a:p>
          <a:p>
            <a:r>
              <a:t>• Internet access allowed for all VLANs (if applicable)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VLAN 10 → VLAN 20: Success</a:t>
            </a:r>
          </a:p>
          <a:p>
            <a:r>
              <a:t>• VLAN 10 → VLAN 100/200: Success</a:t>
            </a:r>
          </a:p>
          <a:p>
            <a:r>
              <a:t>• VLAN 20 → VLAN 10: Success</a:t>
            </a:r>
          </a:p>
          <a:p>
            <a:r>
              <a:t>• VLAN 20 → VLAN 100/200: Success</a:t>
            </a:r>
          </a:p>
          <a:p>
            <a:r>
              <a:t>• VLAN 100 ↔ VLAN 200: Fail (Expected)</a:t>
            </a:r>
          </a:p>
          <a:p>
            <a:r>
              <a:t>• All results match expected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Report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Complete documentation of:</a:t>
            </a:r>
          </a:p>
          <a:p>
            <a:r>
              <a:t>   - VLAN creation</a:t>
            </a:r>
          </a:p>
          <a:p>
            <a:r>
              <a:t>   - Access/trunk configuration</a:t>
            </a:r>
          </a:p>
          <a:p>
            <a:r>
              <a:t>   - FortiGate sub‑interfaces</a:t>
            </a:r>
          </a:p>
          <a:p>
            <a:r>
              <a:t>   - Firewall rules</a:t>
            </a:r>
          </a:p>
          <a:p>
            <a:r>
              <a:t>   - Testing table and screenshots</a:t>
            </a:r>
          </a:p>
          <a:p>
            <a:r>
              <a:t>• Added conclusions and observations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VLAN segmentation fully implemented</a:t>
            </a:r>
          </a:p>
          <a:p>
            <a:r>
              <a:t>• FortiGate routing and security working correctly</a:t>
            </a:r>
          </a:p>
          <a:p>
            <a:r>
              <a:t>• Network achieved isolation + controlled communication</a:t>
            </a:r>
          </a:p>
          <a:p>
            <a:r>
              <a:t>• All tests validated successfully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